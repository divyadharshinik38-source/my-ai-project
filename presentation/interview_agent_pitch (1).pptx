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3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3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35.png"/><Relationship Id="rId7" Type="http://schemas.openxmlformats.org/officeDocument/2006/relationships/image" Target="../media/image22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94" y="755294"/>
            <a:ext cx="592531" cy="59253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INTERVIEW AGENT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32004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AI interviewer that knows exactly what you struggled with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49580" y="5125893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HacksGirls</a:t>
            </a:r>
            <a:r>
              <a:rPr b="0" i="0" lang="en-US" sz="130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 |  ViCodathon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siness people meeting in video conference app on laptop monitor view (provided by Getty Images)"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1930" y="4023365"/>
            <a:ext cx="3931919" cy="257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365550" y="5601625"/>
            <a:ext cx="668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By Divya Dharshini K , Barkavi P , Reena 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E8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51" y="14612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463040" y="132588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Learners finish the 31-day AI Cohort — RAG, agents, MCP, deployment — but freeze when asked to explain it in a real interview.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651760"/>
            <a:ext cx="3520440" cy="3017520"/>
          </a:xfrm>
          <a:prstGeom prst="roundRect">
            <a:avLst>
              <a:gd fmla="val 3636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88888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22960" y="29718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571" y="30614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822960" y="37947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Generic prep tools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2960" y="420624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Ask the same questions to everyone — they don't know what YOU actually struggled with.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89120" y="2651760"/>
            <a:ext cx="3520440" cy="3017520"/>
          </a:xfrm>
          <a:prstGeom prst="roundRect">
            <a:avLst>
              <a:gd fmla="val 3636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88888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663440" y="29718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3051" y="30614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663440" y="37947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real signal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63440" y="420624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Nobody tracks which topics you failed, skipped, or barely passed to focus your prep.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229600" y="2651760"/>
            <a:ext cx="3520440" cy="3017520"/>
          </a:xfrm>
          <a:prstGeom prst="roundRect">
            <a:avLst>
              <a:gd fmla="val 3636" name="adj"/>
            </a:avLst>
          </a:prstGeom>
          <a:solidFill>
            <a:srgbClr val="F4F6FC"/>
          </a:solidFill>
          <a:ln>
            <a:noFill/>
          </a:ln>
          <a:effectLst>
            <a:outerShdw blurRad="76200" rotWithShape="0" algn="bl" dir="5400000" dist="25400">
              <a:srgbClr val="888888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503920" y="29718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3531" y="30614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8503920" y="37947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practice partner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503920" y="420624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Real technical interviews are conversational and adaptive — static quizzes aren't.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AI agent that reads your real mission history and builds a personalized interview from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2194560"/>
            <a:ext cx="2514600" cy="3566160"/>
          </a:xfrm>
          <a:prstGeom prst="roundRect">
            <a:avLst>
              <a:gd fmla="val 4364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463040" y="2514600"/>
            <a:ext cx="685800" cy="68580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052" y="26106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731520" y="342900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Reads your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" y="4023360"/>
            <a:ext cx="2057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Failed missions, skipped topics, and struggle signals from your real cohort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063240" y="356616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C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F7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91840" y="2194560"/>
            <a:ext cx="2514600" cy="3566160"/>
          </a:xfrm>
          <a:prstGeom prst="roundRect">
            <a:avLst>
              <a:gd fmla="val 4364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206240" y="2514600"/>
            <a:ext cx="685800" cy="68580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2252" y="26106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3474720" y="342900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Plans the interview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520440" y="4023360"/>
            <a:ext cx="2057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Prioritizes weak spots first — two candidates never get the same interview.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806440" y="356616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C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F7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035040" y="2194560"/>
            <a:ext cx="2514600" cy="3566160"/>
          </a:xfrm>
          <a:prstGeom prst="roundRect">
            <a:avLst>
              <a:gd fmla="val 4364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949440" y="2514600"/>
            <a:ext cx="685800" cy="68580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5452" y="26106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6217920" y="342900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Adapts live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263640" y="4023360"/>
            <a:ext cx="2057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Genuine follow-ups that reference your actual answer, not a script.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549640" y="356616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C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F7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778240" y="2194560"/>
            <a:ext cx="2514600" cy="3566160"/>
          </a:xfrm>
          <a:prstGeom prst="roundRect">
            <a:avLst>
              <a:gd fmla="val 4364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692640" y="2514600"/>
            <a:ext cx="685800" cy="68580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8652" y="26106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8961120" y="342900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Honest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006840" y="4023360"/>
            <a:ext cx="2057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Structured strengths, gaps, and next steps — never inflated.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866305" y="1368075"/>
            <a:ext cx="2148900" cy="777300"/>
          </a:xfrm>
          <a:prstGeom prst="roundRect">
            <a:avLst>
              <a:gd fmla="val 11765" name="adj"/>
            </a:avLst>
          </a:prstGeom>
          <a:solidFill>
            <a:srgbClr val="F4F6FC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003465" y="1505235"/>
            <a:ext cx="502800" cy="502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3874" y="1575644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9597825" y="1368075"/>
            <a:ext cx="128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Candidate Profile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Curriculum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712125" y="2117883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866305" y="2346483"/>
            <a:ext cx="2148900" cy="777300"/>
          </a:xfrm>
          <a:prstGeom prst="roundRect">
            <a:avLst>
              <a:gd fmla="val 11765" name="adj"/>
            </a:avLst>
          </a:prstGeom>
          <a:solidFill>
            <a:srgbClr val="F4F6FC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9003465" y="2483643"/>
            <a:ext cx="502800" cy="502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3874" y="2554052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9597825" y="2346483"/>
            <a:ext cx="128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Interview Planner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712125" y="3096291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866305" y="3324891"/>
            <a:ext cx="2148900" cy="777300"/>
          </a:xfrm>
          <a:prstGeom prst="roundRect">
            <a:avLst>
              <a:gd fmla="val 11765" name="adj"/>
            </a:avLst>
          </a:prstGeom>
          <a:solidFill>
            <a:srgbClr val="4F7C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9003465" y="3462051"/>
            <a:ext cx="502800" cy="502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3874" y="3532460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9597825" y="3324891"/>
            <a:ext cx="128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712125" y="4074699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866305" y="4303299"/>
            <a:ext cx="2148900" cy="777300"/>
          </a:xfrm>
          <a:prstGeom prst="roundRect">
            <a:avLst>
              <a:gd fmla="val 11765" name="adj"/>
            </a:avLst>
          </a:prstGeom>
          <a:solidFill>
            <a:srgbClr val="F4F6FC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003465" y="4440459"/>
            <a:ext cx="502800" cy="502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3874" y="4510868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9597825" y="4303299"/>
            <a:ext cx="128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Session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712125" y="5053107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866305" y="5281707"/>
            <a:ext cx="2148900" cy="777300"/>
          </a:xfrm>
          <a:prstGeom prst="roundRect">
            <a:avLst>
              <a:gd fmla="val 11765" name="adj"/>
            </a:avLst>
          </a:prstGeom>
          <a:solidFill>
            <a:srgbClr val="F4F6FC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003465" y="5418867"/>
            <a:ext cx="502800" cy="502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3874" y="5489276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9597825" y="5281707"/>
            <a:ext cx="128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50" y="1194650"/>
            <a:ext cx="79800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the planner matters:  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candidates never get the same interview — the plan is built from their real </a:t>
            </a:r>
            <a:r>
              <a:rPr b="1" i="0" lang="en-US" sz="1600" u="none" cap="none" strike="noStrike">
                <a:solidFill>
                  <a:srgbClr val="4F7CFF"/>
                </a:solidFill>
                <a:latin typeface="Calibri"/>
                <a:ea typeface="Calibri"/>
                <a:cs typeface="Calibri"/>
                <a:sym typeface="Calibri"/>
              </a:rPr>
              <a:t>failed / skipped / struggled / passed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mission data.</a:t>
            </a:r>
            <a:b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the quota logic matters:  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spec requires 8+ questions across 4+ days. The engine guarantees this via </a:t>
            </a:r>
            <a:r>
              <a:rPr b="0" i="0" lang="en-US" sz="1600" u="none" cap="none" strike="noStrike">
                <a:solidFill>
                  <a:srgbClr val="4F7CFF"/>
                </a:solidFill>
                <a:latin typeface="Courier New"/>
                <a:ea typeface="Courier New"/>
                <a:cs typeface="Courier New"/>
                <a:sym typeface="Courier New"/>
              </a:rPr>
              <a:t>required_per_topic = ceil(8 / num_topics)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regardless of plan size.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bot banner. A robot in dialogue with a man. Suitable for apps, sites and topics related to automatic replies and artificial intelligence. (provided by Getty Images)" id="110" name="Google Shape;11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2900" y="3243775"/>
            <a:ext cx="5581245" cy="313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Every Requirement, Met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1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47" y="1608247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1234440" y="14996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Conversational, multi-turn technical interview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80" y="2240280"/>
            <a:ext cx="384048" cy="384048"/>
          </a:xfrm>
          <a:prstGeom prst="ellipse">
            <a:avLst/>
          </a:prstGeom>
          <a:solidFill>
            <a:srgbClr val="1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47" y="2294047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1234440" y="21854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8+ questions across 4+ distinct curriculum days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1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47" y="2979847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1234440" y="28712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Follow-ups generated from the candidate's actual answer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1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47" y="3665647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1234440" y="35570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Full conversation context maintained across turns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1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47" y="4351447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1234440" y="42428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Structured, honest feedback at interview 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4983480"/>
            <a:ext cx="384048" cy="384048"/>
          </a:xfrm>
          <a:prstGeom prst="ellipse">
            <a:avLst/>
          </a:prstGeom>
          <a:solidFill>
            <a:srgbClr val="1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47" y="5037247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1234440" y="4928616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Single required HTTP endpoint, exact contract match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502775" y="908550"/>
            <a:ext cx="4110300" cy="5126400"/>
          </a:xfrm>
          <a:prstGeom prst="roundRect">
            <a:avLst>
              <a:gd fmla="val 352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957049" y="1691650"/>
            <a:ext cx="342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(by design)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957045" y="2308895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Voice interaction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957045" y="2823215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User authentication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957020" y="3331860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Persistent accounts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957020" y="3858205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Long-term history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957045" y="4393413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Mobile apps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5544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71" y="21012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1645920" y="18105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645920" y="230428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Backend framework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206240" y="15544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480560" y="2011680"/>
            <a:ext cx="640080" cy="64008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171" y="21012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/>
          <p:nvPr/>
        </p:nvSpPr>
        <p:spPr>
          <a:xfrm>
            <a:off x="5303520" y="18105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303520" y="230428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llama-3.3-70b-versatile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863840" y="15544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138160" y="2011680"/>
            <a:ext cx="640080" cy="64008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7771" y="21012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8961120" y="18105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In-memory 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961120" y="230428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Session tracking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33832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2571" y="39300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645920" y="36393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 / JS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645920" y="413308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No-build frontend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206240" y="33832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480560" y="3840480"/>
            <a:ext cx="640080" cy="64008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0171" y="39300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5303520" y="36393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Render + Netlify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303520" y="413308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Free-tier hosting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863840" y="3383280"/>
            <a:ext cx="3383280" cy="1554480"/>
          </a:xfrm>
          <a:prstGeom prst="roundRect">
            <a:avLst>
              <a:gd fmla="val 5882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138160" y="3840480"/>
            <a:ext cx="640080" cy="64008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7771" y="39300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8961120" y="36393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961120" y="413308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Public, incremental commits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Real Engineering, Not a Script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Genuine problems hit and fixed during the build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182880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77240" y="21031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77240" y="274320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Gemini SDK deprecated mid-build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77240" y="3611880"/>
            <a:ext cx="2148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google-</a:t>
            </a:r>
            <a:r>
              <a:rPr lang="en-US" sz="1150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r>
              <a:rPr b="0" i="0" lang="en-US" sz="11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 sunset notice hit live — migrated to google-genai without breaking the interface.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383280" y="182880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611880" y="21031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61188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11880" y="274320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Gemini free tier: 20 req/day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611880" y="3611880"/>
            <a:ext cx="2148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Quota exhausted mid-testing, every call silently failing to fallback text.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217920" y="182880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446520" y="21031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46520" y="274320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Pivoted to Groq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46520" y="3611880"/>
            <a:ext cx="2148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Same function signatures, dramatically higher free-tier headroom — verified with 18-turn live test.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9052560" y="1828800"/>
            <a:ext cx="2606040" cy="3383280"/>
          </a:xfrm>
          <a:prstGeom prst="roundRect">
            <a:avLst>
              <a:gd fmla="val 421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9281160" y="21031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928116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281160" y="274320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CORS + Netlify defaults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281160" y="3611880"/>
            <a:ext cx="2148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Diagnosed a cross-origin block and a new-account private-site default before final deploy.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See It Live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053" y="1656893"/>
            <a:ext cx="526694" cy="52669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1554480" y="1600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Frontend: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cheerful-torte-554076.netlify.app</a:t>
            </a:r>
            <a:b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48640" y="2331720"/>
            <a:ext cx="731520" cy="73152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53" y="2434133"/>
            <a:ext cx="526694" cy="52669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1554480" y="23774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Backend API: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interview-agent-ahj5.onrender.com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053" y="3211373"/>
            <a:ext cx="526694" cy="52669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1554480" y="31546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Repository: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github.com/divyadharshinik38-source/My-AI-Project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22960" y="4389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Example: Emily Chen (AI Engineer)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22960" y="475488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“How would you determine the optimal embedding dimension for a healthcare text dataset, and what trade-offs would you weigh between PCA and t-SNE for visualizing the resulting embeddings?”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What's Next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8640" y="1737360"/>
            <a:ext cx="3520440" cy="3017520"/>
          </a:xfrm>
          <a:prstGeom prst="roundRect">
            <a:avLst>
              <a:gd fmla="val 3636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571" y="21470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Difficulty calibration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22960" y="333756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Escalate or simplify live based on running performance signal, not just topic quota.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389120" y="1737360"/>
            <a:ext cx="3520440" cy="3017520"/>
          </a:xfrm>
          <a:prstGeom prst="roundRect">
            <a:avLst>
              <a:gd fmla="val 3636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3051" y="21470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Persistent history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663440" y="333756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Track improvement across multiple practice interviews over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229600" y="1737360"/>
            <a:ext cx="3520440" cy="3017520"/>
          </a:xfrm>
          <a:prstGeom prst="roundRect">
            <a:avLst>
              <a:gd fmla="val 3636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8503920" y="20574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3531" y="214701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Cohort-wide insights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8503920" y="333756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Surface which curriculum days the whole cohort struggles with most.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640080" y="2103120"/>
            <a:ext cx="914400" cy="914400"/>
          </a:xfrm>
          <a:prstGeom prst="ellipse">
            <a:avLst/>
          </a:prstGeom>
          <a:solidFill>
            <a:srgbClr val="4F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" y="223113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640080" y="3991725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Interview the way you'd actually be interviewed.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39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lang="en-US" sz="1300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HACKSGIRLS</a:t>
            </a:r>
            <a:r>
              <a:rPr b="0" i="0" lang="en-US" sz="1300" u="none" cap="none" strike="noStrike">
                <a:solidFill>
                  <a:srgbClr val="6B7394"/>
                </a:solidFill>
                <a:latin typeface="Calibri"/>
                <a:ea typeface="Calibri"/>
                <a:cs typeface="Calibri"/>
                <a:sym typeface="Calibri"/>
              </a:rPr>
              <a:t>  —  The Interview Agent  —  ViCodathon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2116000" y="223706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THANK YOU!</a:t>
            </a:r>
            <a:r>
              <a:rPr b="1" lang="en-US" sz="3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